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435" r:id="rId3"/>
    <p:sldId id="440" r:id="rId4"/>
    <p:sldId id="505" r:id="rId5"/>
    <p:sldId id="500" r:id="rId6"/>
    <p:sldId id="504" r:id="rId7"/>
    <p:sldId id="513" r:id="rId8"/>
    <p:sldId id="514" r:id="rId9"/>
    <p:sldId id="423" r:id="rId10"/>
    <p:sldId id="424" r:id="rId11"/>
    <p:sldId id="530" r:id="rId12"/>
    <p:sldId id="507" r:id="rId13"/>
    <p:sldId id="529" r:id="rId14"/>
    <p:sldId id="502" r:id="rId15"/>
    <p:sldId id="511" r:id="rId16"/>
    <p:sldId id="520" r:id="rId17"/>
    <p:sldId id="521" r:id="rId18"/>
    <p:sldId id="522" r:id="rId19"/>
    <p:sldId id="523" r:id="rId20"/>
    <p:sldId id="531" r:id="rId21"/>
    <p:sldId id="524" r:id="rId22"/>
    <p:sldId id="532" r:id="rId23"/>
    <p:sldId id="525" r:id="rId24"/>
    <p:sldId id="286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97A"/>
    <a:srgbClr val="0F6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9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2B52D-869D-4B88-8C00-D5423062A6F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FE3BB-70F2-41B7-A4C0-9C96A0128D2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FE3BB-70F2-41B7-A4C0-9C96A0128D2C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FE3BB-70F2-41B7-A4C0-9C96A0128D2C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EF13-0A10-47C2-BD20-F0F332B05A09}" type="datetime1">
              <a:rPr lang="en-US" smtClean="0"/>
              <a:t>4/26/2026</a:t>
            </a:fld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C9D03-4559-4B7D-94BC-625A4FF4A56D}" type="datetime1">
              <a:rPr lang="en-US" smtClean="0"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12EB-4B0B-411E-847D-94AC2011B3F5}" type="datetime1">
              <a:rPr lang="en-US" smtClean="0"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633E-6093-46D5-822D-E0C7A46DFEB6}" type="datetime1">
              <a:rPr lang="en-US" smtClean="0"/>
              <a:t>4/26/2026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1964-A130-48AB-9DE8-AF783D74482C}" type="datetime1">
              <a:rPr lang="en-US" smtClean="0"/>
              <a:t>4/26/2026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2EA45-0661-412F-8012-CE4B34C360B1}" type="datetime1">
              <a:rPr lang="en-US" smtClean="0"/>
              <a:t>4/26/2026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2B48-9FFD-4199-BF2C-146036FBD6C7}" type="datetime1">
              <a:rPr lang="en-US" smtClean="0"/>
              <a:t>4/26/2026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1F12-D149-4878-91DC-7C921BAA5D8B}" type="datetime1">
              <a:rPr lang="en-US" smtClean="0"/>
              <a:t>4/26/2026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F5C1-B7E4-4B0A-BCFD-ACA51A0438E3}" type="datetime1">
              <a:rPr lang="en-US" smtClean="0"/>
              <a:t>4/26/2026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en-US"/>
              <a:t>Click icon to add picture</a:t>
            </a:r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9884-719A-4076-8FA9-A088315F2476}" type="datetime1">
              <a:rPr lang="en-US" smtClean="0"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3BC4-8BC9-4B84-BE57-031B4F4D2F57}" type="datetime1">
              <a:rPr lang="en-US" smtClean="0"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13A57-2296-4D5E-9BA3-2DCEA4C258C9}" type="datetime1">
              <a:rPr lang="en-US" smtClean="0"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2A913A57-2296-4D5E-9BA3-2DCEA4C258C9}" type="datetime1">
              <a:rPr lang="en-US" smtClean="0"/>
              <a:t>4/26/2026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AAD46BCD-4541-4A48-8964-2EE77EFA51DC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6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1077" y="223942"/>
            <a:ext cx="7165074" cy="838200"/>
          </a:xfrm>
        </p:spPr>
        <p:txBody>
          <a:bodyPr>
            <a:noAutofit/>
          </a:bodyPr>
          <a:lstStyle/>
          <a:p>
            <a:pPr algn="ctr"/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3122" y="1981045"/>
            <a:ext cx="8077199" cy="733426"/>
          </a:xfrm>
        </p:spPr>
        <p:txBody>
          <a:bodyPr>
            <a:normAutofit fontScale="92500" lnSpcReduction="20000"/>
          </a:bodyPr>
          <a:lstStyle/>
          <a:p>
            <a:pPr algn="ctr"/>
            <a:endParaRPr lang="en-IN" sz="20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0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HELPDESK FOR IT SERVICES</a:t>
            </a:r>
          </a:p>
          <a:p>
            <a:pPr marL="27305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</a:t>
            </a:fld>
            <a:endParaRPr lang="en-IN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30069"/>
            <a:ext cx="8077200" cy="1255779"/>
          </a:xfrm>
          <a:prstGeom prst="rect">
            <a:avLst/>
          </a:prstGeom>
        </p:spPr>
      </p:pic>
      <p:sp>
        <p:nvSpPr>
          <p:cNvPr id="6" name="Subtitle 2"/>
          <p:cNvSpPr txBox="1"/>
          <p:nvPr/>
        </p:nvSpPr>
        <p:spPr>
          <a:xfrm>
            <a:off x="1041402" y="3609975"/>
            <a:ext cx="3759198" cy="733426"/>
          </a:xfrm>
          <a:prstGeom prst="rect">
            <a:avLst/>
          </a:prstGeom>
        </p:spPr>
        <p:txBody>
          <a:bodyPr tIns="0">
            <a:normAutofit/>
          </a:bodyPr>
          <a:lstStyle>
            <a:lvl1pPr marL="27305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/>
          <p:cNvSpPr txBox="1"/>
          <p:nvPr/>
        </p:nvSpPr>
        <p:spPr>
          <a:xfrm>
            <a:off x="1039688" y="3076652"/>
            <a:ext cx="4522912" cy="2638348"/>
          </a:xfrm>
          <a:prstGeom prst="rect">
            <a:avLst/>
          </a:prstGeom>
        </p:spPr>
        <p:txBody>
          <a:bodyPr tIns="0">
            <a:normAutofit/>
          </a:bodyPr>
          <a:lstStyle>
            <a:lvl1pPr marL="27305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MITHUN B</a:t>
            </a:r>
            <a:r>
              <a:rPr lang="en-US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		- 7140241041</a:t>
            </a:r>
            <a:r>
              <a:rPr lang="en-GB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27</a:t>
            </a:r>
            <a:br>
              <a:rPr lang="en-US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MOHAMED DHARIK S	- 71402410412</a:t>
            </a:r>
            <a:r>
              <a:rPr lang="en-GB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9</a:t>
            </a:r>
            <a:br>
              <a:rPr lang="en-US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NAVANEETH P</a:t>
            </a:r>
            <a:r>
              <a:rPr lang="en-US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		- 7140241041</a:t>
            </a:r>
            <a:r>
              <a:rPr lang="en-GB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37</a:t>
            </a:r>
            <a:br>
              <a:rPr lang="en-US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SANJAIBALA S</a:t>
            </a:r>
            <a:r>
              <a:rPr lang="en-US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         	- 714024104</a:t>
            </a:r>
            <a:r>
              <a:rPr lang="en-GB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188</a:t>
            </a:r>
            <a:br>
              <a:rPr lang="en-US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MANOJ K C</a:t>
            </a:r>
            <a:r>
              <a:rPr lang="en-US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		- 714024104</a:t>
            </a:r>
            <a:r>
              <a:rPr lang="en-GB" sz="1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502</a:t>
            </a:r>
            <a:endParaRPr lang="en-US" sz="1800" dirty="0"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 CSE – ‘C’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SIET</a:t>
            </a:r>
          </a:p>
        </p:txBody>
      </p:sp>
      <p:sp>
        <p:nvSpPr>
          <p:cNvPr id="10" name="Subtitle 2"/>
          <p:cNvSpPr txBox="1"/>
          <p:nvPr/>
        </p:nvSpPr>
        <p:spPr>
          <a:xfrm>
            <a:off x="6019800" y="3105151"/>
            <a:ext cx="2931029" cy="2028747"/>
          </a:xfrm>
          <a:prstGeom prst="rect">
            <a:avLst/>
          </a:prstGeom>
        </p:spPr>
        <p:txBody>
          <a:bodyPr tIns="0">
            <a:normAutofit/>
          </a:bodyPr>
          <a:lstStyle>
            <a:lvl1pPr marL="27305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MRS.NANDHINI G S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AP/CSE, SIET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1219200"/>
            <a:ext cx="7498080" cy="5105400"/>
          </a:xfrm>
        </p:spPr>
        <p:txBody>
          <a:bodyPr>
            <a:normAutofit/>
          </a:bodyPr>
          <a:lstStyle/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ITS DRAWBACKS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>
              <a:buNone/>
            </a:pPr>
            <a:endParaRPr lang="en-US" sz="2800"/>
          </a:p>
          <a:p>
            <a:pPr algn="just">
              <a:buClr>
                <a:schemeClr val="accent6">
                  <a:lumMod val="75000"/>
                </a:schemeClr>
              </a:buClr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None/>
            </a:pPr>
            <a:endParaRPr lang="en-US" sz="28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6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3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435608" y="1417638"/>
            <a:ext cx="6870192" cy="52879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IT service request handling using AI for faster ticket classification and it’s resolution.</a:t>
            </a:r>
          </a:p>
          <a:p>
            <a:pPr algn="just"/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centralized platform with chatbot support for easy ticket creation and tracking.</a:t>
            </a:r>
          </a:p>
          <a:p>
            <a:pPr algn="just"/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service efficiency and user satisfaction through real-time alerts and smart analytics.</a:t>
            </a:r>
          </a:p>
          <a:p>
            <a:pPr marL="82550" indent="0" algn="just">
              <a:buNone/>
            </a:pP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 algn="just">
              <a:buNone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467600" cy="4495800"/>
          </a:xfrm>
        </p:spPr>
        <p:txBody>
          <a:bodyPr>
            <a:noAutofit/>
          </a:bodyPr>
          <a:lstStyle/>
          <a:p>
            <a:pPr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Smart Helpdesk Ticketing System is an AI-based platform that automates IT service request handling through web, mobile, and chatbot interfaces.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response time, service efficiency, and user satisfaction with real-time updates and performance analytics</a:t>
            </a:r>
            <a:r>
              <a:rPr lang="en-US" sz="2800"/>
              <a:t>.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scalable and user-friendly. Overall, it ensures faster, smarter, and more efficient IT service management</a:t>
            </a:r>
            <a:r>
              <a:rPr lang="en-US" sz="2800"/>
              <a:t>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174992" cy="4800600"/>
          </a:xfrm>
        </p:spPr>
        <p:txBody>
          <a:bodyPr>
            <a:noAutofit/>
          </a:bodyPr>
          <a:lstStyle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Modern organizations face challenges in managing large volumes of IT service requests efficiently.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helpdesk system acts as a centralized support platform that helps organizations manage IT issues, service requests, and user communication efficiently.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smart helpdesk system can automate support processes and improve service quality.</a:t>
            </a:r>
          </a:p>
          <a:p>
            <a:pPr marL="82550" indent="0" algn="just">
              <a:lnSpc>
                <a:spcPct val="110000"/>
              </a:lnSpc>
              <a:buClr>
                <a:schemeClr val="accent6">
                  <a:lumMod val="75000"/>
                </a:schemeClr>
              </a:buClr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183154"/>
              </p:ext>
            </p:extLst>
          </p:nvPr>
        </p:nvGraphicFramePr>
        <p:xfrm>
          <a:off x="990600" y="1500982"/>
          <a:ext cx="8153400" cy="4648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293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67">
                <a:tc>
                  <a:txBody>
                    <a:bodyPr/>
                    <a:lstStyle/>
                    <a:p>
                      <a:r>
                        <a:t>202</a:t>
                      </a:r>
                      <a:r>
                        <a:rPr lang="en-IN"/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Yashraj Chanchad, Suraj Kanade, Ranjana Singh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Web-Based Helpdesk Ticketing System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Web Development, Database Systems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No AI automation; manual classification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283322"/>
              </p:ext>
            </p:extLst>
          </p:nvPr>
        </p:nvGraphicFramePr>
        <p:xfrm>
          <a:off x="990600" y="1524000"/>
          <a:ext cx="8153400" cy="462518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7818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7364"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Dr. S. Parvathi, P. Ajith, J. Daniel </a:t>
                      </a:r>
                      <a:r>
                        <a:rPr lang="en-IN" err="1"/>
                        <a:t>Tharmaraj</a:t>
                      </a:r>
                      <a:r>
                        <a:rPr lang="en-IN"/>
                        <a:t>, T. R. </a:t>
                      </a:r>
                      <a:r>
                        <a:rPr lang="en-IN" err="1"/>
                        <a:t>Dharaneeshl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Multilingual Chatbot Ticketing System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NLP, AI Chatbot, Analytics Dashboard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High development complexity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8</a:t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370566"/>
              </p:ext>
            </p:extLst>
          </p:nvPr>
        </p:nvGraphicFramePr>
        <p:xfrm>
          <a:off x="990600" y="1500982"/>
          <a:ext cx="8153400" cy="4648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293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67">
                <a:tc>
                  <a:txBody>
                    <a:bodyPr/>
                    <a:lstStyle/>
                    <a:p>
                      <a:r>
                        <a:t>202</a:t>
                      </a:r>
                      <a:r>
                        <a:rPr lang="en-IN"/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S. Manonmani, V. Deepa, N. Dhivyabharathi, P. Harshini, M. Akalya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AI Chatbot-Based Ticketing System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NLP, Machine Learning, Chatbot Systems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real-time scalability; depends on training data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333488" cy="1143000"/>
          </a:xfrm>
        </p:spPr>
        <p:txBody>
          <a:bodyPr>
            <a:noAutofit/>
          </a:bodyPr>
          <a:lstStyle/>
          <a:p>
            <a:pPr algn="ctr"/>
            <a:r>
              <a:rPr lang="en-US" sz="360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ITS 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484313"/>
            <a:ext cx="7333488" cy="475456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service requests are mostly handled manually through emails, calls or basic ticketing tools.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staff manually categorize and assign tickets to respective departments.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issue resolution due to manual processing.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workload on IT staff and chances of human errors.</a:t>
            </a:r>
          </a:p>
          <a:p>
            <a:pPr marL="8255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9</a:t>
            </a:fld>
            <a:endParaRPr lang="en-IN"/>
          </a:p>
        </p:txBody>
      </p:sp>
      <p:sp>
        <p:nvSpPr>
          <p:cNvPr id="8" name="Content Placeholder 2"/>
          <p:cNvSpPr txBox="1"/>
          <p:nvPr/>
        </p:nvSpPr>
        <p:spPr>
          <a:xfrm>
            <a:off x="1447800" y="1484313"/>
            <a:ext cx="7485888" cy="475456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 algn="just">
              <a:buClr>
                <a:schemeClr val="accent6">
                  <a:lumMod val="75000"/>
                </a:schemeClr>
              </a:buClr>
              <a:buFont typeface="Wingdings 2" panose="05020102010507070707"/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1447800" y="1550988"/>
            <a:ext cx="7485888" cy="475456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 algn="just">
              <a:buClr>
                <a:schemeClr val="accent6">
                  <a:lumMod val="75000"/>
                </a:schemeClr>
              </a:buClr>
              <a:buFont typeface="Wingdings 2" panose="05020102010507070707"/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381000"/>
            <a:ext cx="7498080" cy="990600"/>
          </a:xfrm>
        </p:spPr>
        <p:txBody>
          <a:bodyPr>
            <a:noAutofit/>
          </a:bodyPr>
          <a:lstStyle/>
          <a:p>
            <a:pPr algn="ctr"/>
            <a:r>
              <a:rPr lang="en-US" sz="360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371600"/>
            <a:ext cx="7162800" cy="5486400"/>
          </a:xfrm>
        </p:spPr>
        <p:txBody>
          <a:bodyPr>
            <a:normAutofit/>
          </a:bodyPr>
          <a:lstStyle/>
          <a:p>
            <a:pPr algn="just">
              <a:buClr>
                <a:schemeClr val="accent6">
                  <a:lumMod val="75000"/>
                </a:schemeClr>
              </a:buCl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smart helpdesk platform that automates ticket creation, classification and assignment.</a:t>
            </a:r>
          </a:p>
          <a:p>
            <a:pPr algn="just">
              <a:buClr>
                <a:schemeClr val="accent6">
                  <a:lumMod val="75000"/>
                </a:schemeClr>
              </a:buCl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an intelligent chatbot to assist users and provide instant solutions.</a:t>
            </a:r>
          </a:p>
          <a:p>
            <a:pPr algn="just">
              <a:buClr>
                <a:schemeClr val="accent6">
                  <a:lumMod val="75000"/>
                </a:schemeClr>
              </a:buCl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dashboard for real-time ticket tracking and performance monitoring.</a:t>
            </a:r>
          </a:p>
          <a:p>
            <a:pPr algn="just">
              <a:buClr>
                <a:schemeClr val="accent6">
                  <a:lumMod val="75000"/>
                </a:schemeClr>
              </a:buCl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Smart knowledge base that learns from past issues and resolutions.</a:t>
            </a:r>
          </a:p>
          <a:p>
            <a:pPr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24A79-4AA4-1422-054B-F316900F8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198438"/>
            <a:ext cx="7498080" cy="1143000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FLOW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D1144E-BA89-6AD9-794B-F14184332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4388" y="1103312"/>
            <a:ext cx="4858412" cy="54403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DBAEE-60DA-6490-B027-C7EAF019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8F940E-FBE7-637B-C8F9-11619209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2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/>
            <a:r>
              <a:rPr lang="en-US" sz="360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71600"/>
            <a:ext cx="749808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💻 Frontend: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 – for user interface design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React.js – for dynamic and responsive UI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– for clean styling</a:t>
            </a:r>
          </a:p>
          <a:p>
            <a:pPr marL="0" indent="0">
              <a:buNone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⚙️ Backend: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Node.js – server-side logic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– API handling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MongoDB – database for storing tickets and user data</a:t>
            </a:r>
          </a:p>
          <a:p>
            <a:pPr marL="0" indent="0">
              <a:buNone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🤖 AI: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Gemini Flash 2.0 API – chatbot &amp; ML services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NLP libraries – for ticket classification</a:t>
            </a:r>
          </a:p>
          <a:p>
            <a:pPr marL="109855" indent="0">
              <a:buClr>
                <a:schemeClr val="accent6">
                  <a:lumMod val="75000"/>
                </a:schemeClr>
              </a:buClr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791A-E6B2-FC04-F7D7-A2E5DD16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1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HELPDESK &amp; AI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D3B26-F14F-B4B5-E2D1-2B81BF17B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7327392" cy="4857750"/>
          </a:xfrm>
        </p:spPr>
        <p:txBody>
          <a:bodyPr/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Automated Escalation System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– Escalates unresolved tickets based on SLA time limits.</a:t>
            </a: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access for Admin, Support Staff, and Users.</a:t>
            </a: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AI-Based Ticket Classification using NLP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 issue understanding and smart categorization.</a:t>
            </a: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Chatbot Integration with Context Awareness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– Intelligent bot that understands user queries and provides instant solutions</a:t>
            </a:r>
          </a:p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44B07-6AD4-1D4F-68E3-BDFDAD26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669A7-C716-03C0-EB98-B0E53749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833738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>
              <a:buClr>
                <a:schemeClr val="accent6">
                  <a:lumMod val="75000"/>
                </a:schemeClr>
              </a:buClr>
            </a:pPr>
            <a:r>
              <a:rPr lang="en-US" sz="360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71600"/>
            <a:ext cx="6870192" cy="48768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IN" sz="2800"/>
              <a:t>[1] Y. Chanchad, S. Kanade, and R. Singh, “Helpdesk Ticketing System,” </a:t>
            </a:r>
            <a:r>
              <a:rPr lang="en-IN" sz="2800" i="1"/>
              <a:t>International Journal of Innovative Research in Technology (IJIRT)</a:t>
            </a:r>
            <a:r>
              <a:rPr lang="en-IN" sz="2800"/>
              <a:t>, vol. 9, no. 3, pp. 120–125, 2023.</a:t>
            </a:r>
          </a:p>
          <a:p>
            <a:pPr algn="just"/>
            <a:r>
              <a:rPr lang="en-IN" sz="2800"/>
              <a:t>[2] S. Parvathi, P. Ajith, J. D. </a:t>
            </a:r>
            <a:r>
              <a:rPr lang="en-IN" sz="2800" err="1"/>
              <a:t>Tharmaraj</a:t>
            </a:r>
            <a:r>
              <a:rPr lang="en-IN" sz="2800"/>
              <a:t>, and T. R. </a:t>
            </a:r>
            <a:r>
              <a:rPr lang="en-IN" sz="2800" err="1"/>
              <a:t>Dharaneeshl</a:t>
            </a:r>
            <a:r>
              <a:rPr lang="en-IN" sz="2800"/>
              <a:t>, “Online Chatbot-Based Ticketing System,” </a:t>
            </a:r>
            <a:r>
              <a:rPr lang="en-IN" sz="2800" i="1"/>
              <a:t>International Journal of Scientific Research and Engineering Trends (IJSRET)</a:t>
            </a:r>
            <a:r>
              <a:rPr lang="en-IN" sz="2800"/>
              <a:t>, vol. 10, no. 6, pp. 508–512, 2024.</a:t>
            </a:r>
          </a:p>
          <a:p>
            <a:pPr algn="just"/>
            <a:r>
              <a:rPr lang="en-IN" sz="2800"/>
              <a:t>[3] S. Manonmani, V. Deepa, N. Dhivyabharathi, P. Harshini, and M. Akalya, “AI Chatbot-Based Ticketing System,” </a:t>
            </a:r>
            <a:r>
              <a:rPr lang="en-IN" sz="2800" i="1"/>
              <a:t>International Journal of Scientific Research in Engineering and Management (IJSREM)</a:t>
            </a:r>
            <a:r>
              <a:rPr lang="en-IN" sz="2800"/>
              <a:t>, vol. 9, no. 2, pp. 1–6, 2025.</a:t>
            </a:r>
          </a:p>
          <a:p>
            <a:pPr algn="just"/>
            <a:r>
              <a:rPr lang="en-IN" sz="2800"/>
              <a:t>[4] A. M. Lakshmi, C. S. Deepika, A. Arshad, and J. K. B, “Online Chatbot-Based Ticketing System,” </a:t>
            </a:r>
            <a:r>
              <a:rPr lang="en-IN" sz="2800" i="1"/>
              <a:t>IRE Journals</a:t>
            </a:r>
            <a:r>
              <a:rPr lang="en-IN" sz="2800"/>
              <a:t>, vol. 8, no. 5, pp. 45–50, 2025.</a:t>
            </a:r>
          </a:p>
          <a:p>
            <a:pPr algn="just"/>
            <a:r>
              <a:rPr lang="en-IN" sz="2800"/>
              <a:t>[5] R. Kumar and S. Patel, “AI-Based Customer Support Automation,” </a:t>
            </a:r>
            <a:r>
              <a:rPr lang="en-IN" sz="2800" i="1"/>
              <a:t>International Journal of Scientific Engineering and Technology (IJSET)</a:t>
            </a:r>
            <a:r>
              <a:rPr lang="en-IN" sz="2800"/>
              <a:t>, vol. 12, no. 5, pp. 822–828, 2024.</a:t>
            </a: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800"/>
          </a:p>
          <a:p>
            <a:pPr>
              <a:buNone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/>
            <a:r>
              <a:rPr lang="en-US" sz="360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71600"/>
            <a:ext cx="7498080" cy="4876800"/>
          </a:xfrm>
        </p:spPr>
        <p:txBody>
          <a:bodyPr>
            <a:norm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IT support by using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AI-based automation and smart ticket management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chatbot, NLP, and machine learning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enhances user experience and efficiency. 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provides a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scalable, fast, and intelligent helpdesk solution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for modern organizations. </a:t>
            </a: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SIGN UP</a:t>
            </a:r>
            <a:r>
              <a:rPr lang="en-US" altLang="en-IN" sz="36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LOGIN</a:t>
            </a:r>
            <a:r>
              <a:rPr lang="en-IN" sz="36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16</a:t>
            </a:fld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DDE1C4A-9911-A7BC-2DC9-31F37325F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608" y="1417638"/>
            <a:ext cx="3294088" cy="4800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B5FA10-A95F-39D0-77DA-22C3F88E4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696" y="1417638"/>
            <a:ext cx="3535680" cy="46885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ADMIN DASHBOARD</a:t>
            </a:r>
            <a:endParaRPr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17</a:t>
            </a:fld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5A22A85-5B92-645F-3BF6-FDC5FE6B8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9680" y="1417638"/>
            <a:ext cx="7498080" cy="462756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HANDILER DASHBOARD</a:t>
            </a:r>
            <a:endParaRPr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18</a:t>
            </a:fld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16B5309-FF12-9041-8A5B-044E5C5B3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250" y="1417638"/>
            <a:ext cx="7727950" cy="47291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EMPLOYEE DASHBOARD</a:t>
            </a:r>
            <a:endParaRPr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19</a:t>
            </a:fld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3756275-3CEB-CE43-1892-97397528E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158" y="1341120"/>
            <a:ext cx="7806690" cy="460248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7F88-B629-2C2D-724C-E6AEC32C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TICKET CREATION PAGE</a:t>
            </a:r>
            <a:endParaRPr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F76CBD-B565-EB0C-DBC9-87528A12D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580" y="1417638"/>
            <a:ext cx="7499350" cy="462756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A2501E-4350-8AD4-90F9-A1928235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43329-80C7-2353-1428-583F4EC4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5837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735" y="274955"/>
            <a:ext cx="7498080" cy="91186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ANALYTICS PAGE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21</a:t>
            </a:fld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143714-E9D2-14CA-8C1C-A31CDCFF5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280160"/>
            <a:ext cx="7837170" cy="455168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1714-F6CD-9E6F-7D83-B3064684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AI CHATBOT ASSISTANT</a:t>
            </a:r>
            <a:endParaRPr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0FEF3-4803-E13D-EA88-1C733B3E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4DDF0-2642-C2DC-AB0E-FBF5EB3D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22</a:t>
            </a:fld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EC5007A-9A04-08E7-2DD4-1D0DFCE04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7120" y="1346518"/>
            <a:ext cx="542544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3738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PROFILE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23</a:t>
            </a:fld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6FCF9CB-21CC-F425-F983-044966E9D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170" y="1255078"/>
            <a:ext cx="7499350" cy="471900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628900" y="26670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9" name="Date Placeholder 3"/>
          <p:cNvSpPr txBox="1"/>
          <p:nvPr/>
        </p:nvSpPr>
        <p:spPr>
          <a:xfrm>
            <a:off x="2895600" y="6324600"/>
            <a:ext cx="3810000" cy="47625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3"/>
          <p:cNvSpPr txBox="1"/>
          <p:nvPr/>
        </p:nvSpPr>
        <p:spPr>
          <a:xfrm>
            <a:off x="8583488" y="6381750"/>
            <a:ext cx="381000" cy="47625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Solstic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lnDef>
      <a:spPr>
        <a:ln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</Words>
  <Application>Microsoft Office PowerPoint</Application>
  <PresentationFormat>On-screen Show (4:3)</PresentationFormat>
  <Paragraphs>170</Paragraphs>
  <Slides>24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Solstice</vt:lpstr>
      <vt:lpstr>   </vt:lpstr>
      <vt:lpstr>AGENDA</vt:lpstr>
      <vt:lpstr>OBJECTIVE</vt:lpstr>
      <vt:lpstr>ABSTRACT</vt:lpstr>
      <vt:lpstr>INTRODUCTION</vt:lpstr>
      <vt:lpstr>LITERATURE SURVEY</vt:lpstr>
      <vt:lpstr>LITERATURE SURVEY</vt:lpstr>
      <vt:lpstr>LITERATURE SURVEY</vt:lpstr>
      <vt:lpstr>EXISTING SYSTEM AND ITS DRAWBACKS</vt:lpstr>
      <vt:lpstr>PROPOSED SYSTEM</vt:lpstr>
      <vt:lpstr>              FLOW CHART</vt:lpstr>
      <vt:lpstr>TECH STACK</vt:lpstr>
      <vt:lpstr>HELPDESK &amp; AI INTEGRATION</vt:lpstr>
      <vt:lpstr>REFERENCE</vt:lpstr>
      <vt:lpstr>CONCLUSION</vt:lpstr>
      <vt:lpstr>      SIGN UP AND LOGIN PAGE</vt:lpstr>
      <vt:lpstr>    ADMIN DASHBOARD</vt:lpstr>
      <vt:lpstr>  HANDILER DASHBOARD</vt:lpstr>
      <vt:lpstr>  EMPLOYEE DASHBOARD</vt:lpstr>
      <vt:lpstr>  TICKET CREATION PAGE</vt:lpstr>
      <vt:lpstr>       ANALYTICS PAGE</vt:lpstr>
      <vt:lpstr>   AI CHATBOT ASSISTANT</vt:lpstr>
      <vt:lpstr>                PROFILE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Keerthana</dc:creator>
  <cp:lastModifiedBy>Navaneeth Ponnusamy</cp:lastModifiedBy>
  <cp:revision>3</cp:revision>
  <dcterms:created xsi:type="dcterms:W3CDTF">2013-08-11T13:41:00Z</dcterms:created>
  <dcterms:modified xsi:type="dcterms:W3CDTF">2026-04-26T14:03:23Z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7D072E67AEB0488C8926283341885F73_13</vt:lpwstr>
  </property>
  <property fmtid="{D5CDD505-2E9C-101B-9397-08002B2CF9AE}" pid="3" name="KSOProductBuildVer">
    <vt:lpwstr>1033-12.1.0.25242</vt:lpwstr>
  </property>
</Properties>
</file>